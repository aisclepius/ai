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4" r:id="rId5"/>
    <p:sldId id="267" r:id="rId6"/>
    <p:sldId id="268" r:id="rId7"/>
    <p:sldId id="258" r:id="rId8"/>
    <p:sldId id="257" r:id="rId9"/>
    <p:sldId id="259" r:id="rId10"/>
    <p:sldId id="260" r:id="rId11"/>
    <p:sldId id="261" r:id="rId12"/>
    <p:sldId id="263" r:id="rId13"/>
    <p:sldId id="262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D7045D-53EB-748B-6CA4-C995CE0CA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7B3469-D5C5-7A77-DAC6-D1C8ED8168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E09702-EF08-8343-FDBD-948082852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BE35-398C-4B2F-AD48-1BB980923CAE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4A02F0-8214-BFBA-084E-B35808F30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D9D7B1-FC21-AE62-A3B6-99F48352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BB089-DC9B-4A06-A4BA-1AA6C99D55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46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692CF8-AC75-60D9-D360-2B36CED13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C9D4AA-60B2-DD10-25CD-6A7F6706C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0BDEB8-9C08-1BF8-7F7B-28C4FC4F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BE35-398C-4B2F-AD48-1BB980923CAE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910896-99AF-304A-E786-AF1FBF98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7E8FD7-26E3-7DE2-959C-EADCB48C0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BB089-DC9B-4A06-A4BA-1AA6C99D55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877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1D96C4-7FDD-E392-2276-5A46426C1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921FCE-EF3B-74B6-5CBA-F8FA65EC1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259AAD-FF23-D4B5-78F0-FB67467B8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BE35-398C-4B2F-AD48-1BB980923CAE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13F553-5E5C-EB79-597F-DFF550C6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E3D78A-F42C-468E-92B8-39D14FEEF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BB089-DC9B-4A06-A4BA-1AA6C99D55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742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50836-2103-AC0D-4935-70951ED1F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CEC603-C68A-ECEE-C116-868B94F372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87CAF7-C04D-47C3-0788-787766F54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8EC4AC-10BE-99B0-40C4-E9B321BA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BE35-398C-4B2F-AD48-1BB980923CAE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4718ED-183F-BE19-9FEE-2DE7E28AB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08BD54-53B2-03B7-7899-420C6A5F5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BB089-DC9B-4A06-A4BA-1AA6C99D55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353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7F833D-EFCE-E0A7-D11A-F573CD34C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F46C7B-1FEF-B332-2194-151254562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927F09-E656-65D3-71C6-0292D243A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FD562D1-BECD-61D2-2A7D-E728CADA2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61CBAC-157B-35C8-D88E-88429999E1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0BF0677-746A-93E4-4093-E7F331A33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BE35-398C-4B2F-AD48-1BB980923CAE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207977-4C66-8F11-53CF-103791419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AF345EA-2C6C-CBD5-EAA2-65161F79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BB089-DC9B-4A06-A4BA-1AA6C99D55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287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035ED2-D9F2-4C0D-76A9-B5A867557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7345397-D2ED-4219-4605-99D5710E4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BE35-398C-4B2F-AD48-1BB980923CAE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5AFA17B-8B63-DE69-D230-132DC0D56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C339A4-E062-5885-0B5B-3779E557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BB089-DC9B-4A06-A4BA-1AA6C99D55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236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9A963BA-25DC-E436-6226-7E656CB95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BE35-398C-4B2F-AD48-1BB980923CAE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B162AB3-B24B-A760-22DF-4AE46C928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5197F8-ADC7-3E35-BC16-D43AEDE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BB089-DC9B-4A06-A4BA-1AA6C99D55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561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53B332-61EF-E461-E8E7-34129E104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F934A3-D8E2-84AB-B535-A3058F129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91824C-DB9E-A745-57E5-0CB1DC337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D6B585-6AF7-7D2F-9542-6B1A7BB23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BE35-398C-4B2F-AD48-1BB980923CAE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2C9CEA-18B8-38F6-9E4A-6F898A544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C95272-2D7E-6D4F-59EE-8E128D531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BB089-DC9B-4A06-A4BA-1AA6C99D55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168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1F5F7A-3E94-FA0B-5C85-9F5617832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116F99-E727-BE84-D785-F535D53858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43BCCA-7D07-28C0-EFA7-D3E574210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C79A49-3858-AC59-DF5C-245EE78C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BE35-398C-4B2F-AD48-1BB980923CAE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2013BA-AE59-B7DA-FA45-B14201A28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913FBE-97A8-1843-62F4-0A0FB148D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BB089-DC9B-4A06-A4BA-1AA6C99D55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385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8EED4-38C1-A38F-D4E6-3769D0CE9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C1C4DF-C520-B752-84B9-FEAB6AB7D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623F69-479C-B3EA-5C62-C61153A3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BE35-398C-4B2F-AD48-1BB980923CAE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24B899-0676-A2BF-2C87-ED2687F5A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23FCCB-294B-31D5-A2C3-A306DB950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BB089-DC9B-4A06-A4BA-1AA6C99D55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745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700F10-502F-2CC3-F72E-3BEAE68166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DDD585-64AE-E3C7-711E-DC8562E8D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F1F3DA-4E91-5CA4-0543-C6F0B9975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BE35-398C-4B2F-AD48-1BB980923CAE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C6C633-A14D-8CD0-6E67-49C5458D5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A69E3D-98D5-2D4E-BBEA-2F75508E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BB089-DC9B-4A06-A4BA-1AA6C99D55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647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D35401-BCA7-4A34-73B8-EF2AA6BF5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705DCC-29DC-B0F4-1096-26A4E306A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9235AB-5C61-4D35-9329-1605CA619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2BE35-398C-4B2F-AD48-1BB980923CAE}" type="datetimeFigureOut">
              <a:rPr lang="zh-CN" altLang="en-US" smtClean="0"/>
              <a:t>2025/12/14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CB0DDA-2EA2-1905-12E5-B9CE11E82F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A9A598-7F78-AB56-85CC-0C12D53228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BB089-DC9B-4A06-A4BA-1AA6C99D55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333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F21E2-760B-48B3-E931-5E7C3862A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20975"/>
            <a:ext cx="9144000" cy="3216049"/>
          </a:xfr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altLang="zh-CN" b="1" dirty="0"/>
              <a:t>CNN-Transformer Hybrid Model for Medical Image Classification</a:t>
            </a:r>
            <a:br>
              <a:rPr lang="en-US" altLang="zh-CN" b="1" dirty="0"/>
            </a:br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2F2B29-DF74-0954-810E-338C54913B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474" y="6103893"/>
            <a:ext cx="9144000" cy="480105"/>
          </a:xfrm>
        </p:spPr>
        <p:txBody>
          <a:bodyPr/>
          <a:lstStyle/>
          <a:p>
            <a:r>
              <a:rPr lang="zh-CN" altLang="en-US" b="1" i="1" dirty="0"/>
              <a:t>基于 </a:t>
            </a:r>
            <a:r>
              <a:rPr lang="en-US" altLang="zh-CN" b="1" i="1" dirty="0"/>
              <a:t>CNN-Transformer </a:t>
            </a:r>
            <a:r>
              <a:rPr lang="zh-CN" altLang="en-US" b="1" i="1" dirty="0"/>
              <a:t>融合架构的胸部 </a:t>
            </a:r>
            <a:r>
              <a:rPr lang="en-US" altLang="zh-CN" b="1" i="1" dirty="0"/>
              <a:t>X </a:t>
            </a:r>
            <a:r>
              <a:rPr lang="zh-CN" altLang="en-US" b="1" i="1" dirty="0"/>
              <a:t>光片肺炎智能诊断系统</a:t>
            </a:r>
          </a:p>
        </p:txBody>
      </p:sp>
    </p:spTree>
    <p:extLst>
      <p:ext uri="{BB962C8B-B14F-4D97-AF65-F5344CB8AC3E}">
        <p14:creationId xmlns:p14="http://schemas.microsoft.com/office/powerpoint/2010/main" val="4032866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54C9934-21A8-10A2-ECB6-DE60DABE8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058" y="246794"/>
            <a:ext cx="8485883" cy="6364412"/>
          </a:xfrm>
        </p:spPr>
      </p:pic>
    </p:spTree>
    <p:extLst>
      <p:ext uri="{BB962C8B-B14F-4D97-AF65-F5344CB8AC3E}">
        <p14:creationId xmlns:p14="http://schemas.microsoft.com/office/powerpoint/2010/main" val="16580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EE556592-3900-5349-79FE-203EE166D7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36" y="1305749"/>
            <a:ext cx="11350727" cy="4246502"/>
          </a:xfrm>
        </p:spPr>
      </p:pic>
    </p:spTree>
    <p:extLst>
      <p:ext uri="{BB962C8B-B14F-4D97-AF65-F5344CB8AC3E}">
        <p14:creationId xmlns:p14="http://schemas.microsoft.com/office/powerpoint/2010/main" val="2716643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079BA907-7DC4-8828-CCEE-C73777FD5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819" y="0"/>
            <a:ext cx="97383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48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CC7B0B3-9392-7AEB-3BE9-15223F317A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163" y="1253331"/>
            <a:ext cx="8171673" cy="4351338"/>
          </a:xfrm>
        </p:spPr>
      </p:pic>
    </p:spTree>
    <p:extLst>
      <p:ext uri="{BB962C8B-B14F-4D97-AF65-F5344CB8AC3E}">
        <p14:creationId xmlns:p14="http://schemas.microsoft.com/office/powerpoint/2010/main" val="1930430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8380C83-7460-EF70-D803-C8AF768ABB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163" y="1253331"/>
            <a:ext cx="8171673" cy="4351338"/>
          </a:xfrm>
        </p:spPr>
      </p:pic>
    </p:spTree>
    <p:extLst>
      <p:ext uri="{BB962C8B-B14F-4D97-AF65-F5344CB8AC3E}">
        <p14:creationId xmlns:p14="http://schemas.microsoft.com/office/powerpoint/2010/main" val="2720781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8D304EA-EBC3-8A46-1FBC-A1017F9939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410231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B8908DC-A2DD-BFAA-5EA2-542FD35F8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026898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1A87B77-1079-D696-FCD7-14CEFB8AD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844717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D31E549-AFE2-3ABD-812C-A7849C803A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868663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115B05B-F2AC-C08B-2F10-16DF24670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265359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D92C9E-1131-32DF-2EAE-38A9E190D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698862"/>
            <a:ext cx="5334000" cy="802414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result_20251214_142203.png</a:t>
            </a:r>
            <a:endParaRPr lang="zh-CN" altLang="en-US" sz="32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2F4FEB1-F55E-EDF9-CF17-9EA2CCE3A9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02574"/>
            <a:ext cx="10515600" cy="4197440"/>
          </a:xfrm>
        </p:spPr>
      </p:pic>
    </p:spTree>
    <p:extLst>
      <p:ext uri="{BB962C8B-B14F-4D97-AF65-F5344CB8AC3E}">
        <p14:creationId xmlns:p14="http://schemas.microsoft.com/office/powerpoint/2010/main" val="752198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AC3365-46E2-4CD4-069A-3CF715DB5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0237" y="300446"/>
            <a:ext cx="5131526" cy="548640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result_20251214_142203.txt</a:t>
            </a:r>
            <a:endParaRPr lang="zh-CN" altLang="en-US" sz="3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899DBA-C0E0-C153-9D45-CE877B1F8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70010"/>
            <a:ext cx="12192000" cy="498259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/>
              <a:t>Image Path:</a:t>
            </a:r>
          </a:p>
          <a:p>
            <a:pPr marL="0" indent="0">
              <a:buNone/>
            </a:pPr>
            <a:r>
              <a:rPr lang="en-US" altLang="zh-CN" dirty="0"/>
              <a:t> D:/AIsclepius/pneumonia_classifier/data/val/PNEUMONIA/person1954_bacteria_4886.jpeg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Analysis Time: 2025-12-14 14:22:04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Inference Result: Abnormal</a:t>
            </a:r>
          </a:p>
          <a:p>
            <a:pPr marL="0" indent="0">
              <a:buNone/>
            </a:pPr>
            <a:r>
              <a:rPr lang="en-US" altLang="zh-CN" dirty="0"/>
              <a:t>Confidence: 99.84%</a:t>
            </a:r>
          </a:p>
          <a:p>
            <a:pPr marL="0" indent="0">
              <a:buNone/>
            </a:pPr>
            <a:r>
              <a:rPr lang="en-US" altLang="zh-CN" dirty="0"/>
              <a:t>Inference Time: 2025-12-14 14:21:18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Note: This result is for reference only.</a:t>
            </a:r>
          </a:p>
          <a:p>
            <a:pPr marL="0" indent="0">
              <a:buNone/>
            </a:pPr>
            <a:r>
              <a:rPr lang="en-US" altLang="zh-CN" dirty="0"/>
              <a:t>Final diagnosis should be confirmed by a professional physician.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2009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92</Words>
  <Application>Microsoft Office PowerPoint</Application>
  <PresentationFormat>宽屏</PresentationFormat>
  <Paragraphs>15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CNN-Transformer Hybrid Model for Medical Image Classification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result_20251214_142203.png</vt:lpstr>
      <vt:lpstr>result_20251214_142203.txt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</dc:creator>
  <cp:lastModifiedBy>Felix</cp:lastModifiedBy>
  <cp:revision>17</cp:revision>
  <dcterms:created xsi:type="dcterms:W3CDTF">2025-12-14T06:26:37Z</dcterms:created>
  <dcterms:modified xsi:type="dcterms:W3CDTF">2025-12-14T06:39:42Z</dcterms:modified>
</cp:coreProperties>
</file>